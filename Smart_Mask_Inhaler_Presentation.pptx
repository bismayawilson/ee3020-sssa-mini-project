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474D2-28A4-4CB9-8C82-F05841CCB9C1}" v="1" dt="2026-04-15T09:33:56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smayawilson@outlook.com" userId="e2485d08b48d8cb2" providerId="LiveId" clId="{385AC094-AAC9-42D3-84A5-8A6607A00E45}"/>
    <pc:docChg chg="custSel modSld">
      <pc:chgData name="bismayawilson@outlook.com" userId="e2485d08b48d8cb2" providerId="LiveId" clId="{385AC094-AAC9-42D3-84A5-8A6607A00E45}" dt="2026-04-15T09:34:58.608" v="26" actId="14100"/>
      <pc:docMkLst>
        <pc:docMk/>
      </pc:docMkLst>
      <pc:sldChg chg="modSp mod">
        <pc:chgData name="bismayawilson@outlook.com" userId="e2485d08b48d8cb2" providerId="LiveId" clId="{385AC094-AAC9-42D3-84A5-8A6607A00E45}" dt="2026-04-15T09:34:58.608" v="26" actId="14100"/>
        <pc:sldMkLst>
          <pc:docMk/>
          <pc:sldMk cId="3094087660" sldId="266"/>
        </pc:sldMkLst>
        <pc:spChg chg="mod">
          <ac:chgData name="bismayawilson@outlook.com" userId="e2485d08b48d8cb2" providerId="LiveId" clId="{385AC094-AAC9-42D3-84A5-8A6607A00E45}" dt="2026-04-15T09:34:58.608" v="26" actId="14100"/>
          <ac:spMkLst>
            <pc:docMk/>
            <pc:sldMk cId="3094087660" sldId="266"/>
            <ac:spMk id="2" creationId="{F1943EF9-77DA-402B-E4A1-9FB967E8827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7BFAD-F98F-9894-CAC3-FA484DA531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3BFD01-02CA-9B32-D6AC-1B7ADDCC0B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15C16-2840-48CC-9F08-780589384FA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FC2516-93B6-9313-F0DA-AAC375E21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C5805-B6EA-6159-9490-075BAABB56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9572D-2B81-44CD-981C-B37F4B0CA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92624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CB718-2EAD-4A66-97B3-30F1FDCAD80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DC99B-12F6-4A6E-99C8-463B3EC4B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430953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882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34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24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85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77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98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1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888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167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0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50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3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Mask Inhaler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Oxygen + Medical Puff with Arduino Controller</a:t>
            </a:r>
          </a:p>
          <a:p>
            <a:endParaRPr/>
          </a:p>
          <a:p>
            <a:r>
              <a:t>Presented by: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wearable smart mask designed for asthma patients.</a:t>
            </a:r>
          </a:p>
          <a:p>
            <a:r>
              <a:t>Provides automatic oxygen supply and inhaler puff during emergencies.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Provide quick relief during asthma attacks</a:t>
            </a:r>
          </a:p>
          <a:p>
            <a:r>
              <a:rPr dirty="0"/>
              <a:t> Automate inhaler usage</a:t>
            </a:r>
          </a:p>
          <a:p>
            <a:r>
              <a:rPr dirty="0"/>
              <a:t>Monitor health continuously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Arduino Uno</a:t>
            </a:r>
          </a:p>
          <a:p>
            <a:r>
              <a:rPr dirty="0"/>
              <a:t>Oxygen mask</a:t>
            </a:r>
          </a:p>
          <a:p>
            <a:r>
              <a:rPr dirty="0"/>
              <a:t> Inhaler (puff)</a:t>
            </a:r>
          </a:p>
          <a:p>
            <a:r>
              <a:rPr dirty="0"/>
              <a:t>Solenoid valve</a:t>
            </a:r>
          </a:p>
          <a:p>
            <a:r>
              <a:rPr dirty="0"/>
              <a:t> Relay module</a:t>
            </a:r>
          </a:p>
          <a:p>
            <a:r>
              <a:rPr dirty="0"/>
              <a:t>SpO2 &amp; Heart rate sensor</a:t>
            </a:r>
          </a:p>
          <a:p>
            <a:r>
              <a:rPr dirty="0"/>
              <a:t>Battery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Sensors → Arduino → Relay → Oxygen Valve &amp; Inhaler</a:t>
            </a:r>
          </a:p>
          <a:p>
            <a:r>
              <a:t>Optional: Bluetooth → Mobile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F2B187-0225-C4FE-2904-CCEC2ACF1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134" y="1626162"/>
            <a:ext cx="6112933" cy="360567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943EF9-77DA-402B-E4A1-9FB967E8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333" y="414866"/>
            <a:ext cx="4013200" cy="855133"/>
          </a:xfrm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  <a:latin typeface="Algerian" panose="04020705040A02060702" pitchFamily="82" charset="0"/>
              </a:rPr>
              <a:t>Block diagram:</a:t>
            </a:r>
          </a:p>
        </p:txBody>
      </p:sp>
    </p:spTree>
    <p:extLst>
      <p:ext uri="{BB962C8B-B14F-4D97-AF65-F5344CB8AC3E}">
        <p14:creationId xmlns:p14="http://schemas.microsoft.com/office/powerpoint/2010/main" val="309408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wears mask</a:t>
            </a:r>
          </a:p>
          <a:p>
            <a:r>
              <a:rPr dirty="0"/>
              <a:t> Sensors monitor SpO2 &amp; heart rate</a:t>
            </a:r>
          </a:p>
          <a:p>
            <a:r>
              <a:rPr dirty="0"/>
              <a:t> If abnormal condition detected</a:t>
            </a:r>
          </a:p>
          <a:p>
            <a:r>
              <a:rPr dirty="0"/>
              <a:t>  </a:t>
            </a:r>
            <a:r>
              <a:rPr lang="en-US" dirty="0"/>
              <a:t>I</a:t>
            </a:r>
            <a:r>
              <a:rPr dirty="0"/>
              <a:t>nhaler activated automatically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Fast response in emergency</a:t>
            </a:r>
          </a:p>
          <a:p>
            <a:r>
              <a:rPr dirty="0"/>
              <a:t> Hands-free operation</a:t>
            </a:r>
          </a:p>
          <a:p>
            <a:r>
              <a:rPr dirty="0"/>
              <a:t>Portable design</a:t>
            </a:r>
          </a:p>
          <a:p>
            <a:r>
              <a:rPr dirty="0"/>
              <a:t> Continuous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Sensor accuracy</a:t>
            </a:r>
          </a:p>
          <a:p>
            <a:r>
              <a:rPr dirty="0"/>
              <a:t> Safe oxygen control</a:t>
            </a:r>
          </a:p>
          <a:p>
            <a:r>
              <a:rPr dirty="0"/>
              <a:t> Proper dosage of inhaler</a:t>
            </a:r>
          </a:p>
          <a:p>
            <a:r>
              <a:rPr dirty="0"/>
              <a:t>Battery life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ESP32 for IoT</a:t>
            </a:r>
          </a:p>
          <a:p>
            <a:r>
              <a:rPr dirty="0"/>
              <a:t> Mobile app integration</a:t>
            </a:r>
          </a:p>
          <a:p>
            <a:r>
              <a:rPr dirty="0"/>
              <a:t> AI prediction of asthma attacks</a:t>
            </a:r>
          </a:p>
          <a:p>
            <a:r>
              <a:rPr dirty="0"/>
              <a:t> Compact design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mask inhaler improves safety and provides immediate relief.</a:t>
            </a:r>
          </a:p>
          <a:p>
            <a:r>
              <a:t>Useful for asthma patients in emergencies.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</TotalTime>
  <Words>181</Words>
  <Application>Microsoft Office PowerPoint</Application>
  <PresentationFormat>On-screen Show (4:3)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Algerian</vt:lpstr>
      <vt:lpstr>Aptos</vt:lpstr>
      <vt:lpstr>Arial</vt:lpstr>
      <vt:lpstr>Gill Sans MT</vt:lpstr>
      <vt:lpstr>Gallery</vt:lpstr>
      <vt:lpstr>Smart Mask Inhaler System</vt:lpstr>
      <vt:lpstr>Introduction</vt:lpstr>
      <vt:lpstr>Objective</vt:lpstr>
      <vt:lpstr>Components Used</vt:lpstr>
      <vt:lpstr>System Architecture</vt:lpstr>
      <vt:lpstr>PowerPoint Presentation</vt:lpstr>
      <vt:lpstr>Working Principle</vt:lpstr>
      <vt:lpstr>Advantages</vt:lpstr>
      <vt:lpstr>Challenges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bismayawilson@outlook.com</cp:lastModifiedBy>
  <cp:revision>2</cp:revision>
  <dcterms:created xsi:type="dcterms:W3CDTF">2013-01-27T09:14:16Z</dcterms:created>
  <dcterms:modified xsi:type="dcterms:W3CDTF">2026-04-15T09:35:04Z</dcterms:modified>
  <cp:category/>
</cp:coreProperties>
</file>